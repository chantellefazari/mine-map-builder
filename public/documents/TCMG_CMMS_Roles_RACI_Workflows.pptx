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Roles, Responsibilities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Workflow Standards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Tennant Creek Mine  |  Gold Processing Plant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Rev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CMMS Roles at TCMG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73352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673352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733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673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Matrix — Who Does What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112264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112264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1122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 Lifecycle Flowchart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551176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551176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51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5511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Request Approval 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2990088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990088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990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2990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Scheduling &amp; Execution 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429000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&amp; Exception Handling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3867912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867912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867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3867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Summary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4306824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306824"/>
            <a:ext cx="54864" cy="3657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306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43068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Contacts &amp; Governance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CMMS Roles at TCMG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64008" cy="10515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Superintendent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WOs, signs off hierarchy changes, owns governance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WOs, plans scope/parts/labour, schedules PMs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331720"/>
            <a:ext cx="64008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Supervisor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crew, approves PRs, ensures field execution quality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(Mech/Elec)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WOs, reports findings, completes PM checklists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5661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Officer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inventory, receives goods, maintains stock codes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64008" cy="10515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Administrator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admin, user permissions, manages CMMS configuration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Matrix — Who Does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914400"/>
                <a:gridCol w="1005840"/>
                <a:gridCol w="914400"/>
                <a:gridCol w="91440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Supervisor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Trades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Raise Work Order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Plan WO (scope/parts)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Schedule WO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Execute WO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Close WO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Raise Purchase Request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Approve PR (value-based)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Create Purchase Order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Receive Goods on Site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Schedule PM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Execute PM Checklist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Manage User 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A"/>
                          </a:solidFill>
                        </a:rPr>
                        <a:t>Hierarchy / MOC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4348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Responsible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0" y="44348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Accountable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44348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Consulted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66560" y="44348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Informed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80160"/>
            <a:ext cx="1051560" cy="64008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280160"/>
            <a:ext cx="105156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280160"/>
            <a:ext cx="1051560" cy="6400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280160"/>
            <a:ext cx="105156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492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1280160"/>
            <a:ext cx="105156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280160"/>
            <a:ext cx="1051560" cy="6400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43800" y="1600200"/>
            <a:ext cx="18288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1280160"/>
            <a:ext cx="1051560" cy="64008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1280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16642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50408" y="1920240"/>
            <a:ext cx="0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4632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return to Active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planning checklist before 'Planned': Asset, Description, Scope, Parts, Labour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WO clones record with new number, resets to 'Planning'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'Mark Complete' requires mandatory execution comment and sign-off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Superintendent can close a Work Order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'On Hold' requires documented reason; auto-flags after 7 days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Request Approval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1234440" cy="7315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Planner/Super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1554480"/>
            <a:ext cx="22860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88720"/>
            <a:ext cx="123444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71800" y="1554480"/>
            <a:ext cx="22860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123444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554480"/>
            <a:ext cx="22860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88720"/>
            <a:ext cx="123444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Supt/SM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97880" y="1554480"/>
            <a:ext cx="22860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188720"/>
            <a:ext cx="123444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60920" y="1554480"/>
            <a:ext cx="22860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188720"/>
            <a:ext cx="1234440" cy="7315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188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Created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645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49040" y="2286000"/>
            <a:ext cx="1234440" cy="4572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4904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70832" y="1920240"/>
            <a:ext cx="0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2004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Draft with reason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Thresholds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$5,000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 Supervisor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$5,000 - 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 Superintendent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Scheduling &amp; Execution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737360" cy="7315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097280"/>
            <a:ext cx="173736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173736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097280"/>
            <a:ext cx="173736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828800"/>
            <a:ext cx="0" cy="45720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286000"/>
            <a:ext cx="173736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265176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286000"/>
            <a:ext cx="173736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0" y="265176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286000"/>
            <a:ext cx="173736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2651760"/>
            <a:ext cx="365760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286000"/>
            <a:ext cx="1737360" cy="73152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761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Governance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PMs linked to an asset via PM-Asset Staging table before go-live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frequency: Daily, Weekly, Monthly, Quarterly, 6-Monthly, Annual, Shutdown-only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PMs auto-flag and escalate to Superintendent after 48 hours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compliance target: 90% minimum monthly completion 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&amp; Exception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 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 On Hold &gt; 7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Auto-flag in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Overdue &gt; 48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 notification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hrs to resolve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Rejected twice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meeting triggered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Superintendent + SM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48 hrs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Goods not received by ETA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follow-up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+ Planner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after ETA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breakdown WO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 planning phase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Hierarchy change request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 process triggered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escalations are logged in the audit trail for governance compliance.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188720"/>
                <a:gridCol w="1097280"/>
                <a:gridCol w="109728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Superintendent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Orders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Requests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Create/Edit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Create/Approve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Tracker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Templates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Hierarchy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MOC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Stores/Inventory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Management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Create/Edit/Delete/Approve   </a:t>
            </a:r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Read-only   </a:t>
            </a:r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 access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Key Contacts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200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is the single source of truth for CMMS roles and responsibilities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require formal Management of Change (MOC) approval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review required — Next review: March 2027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CMMS actions logged via audit trail for compliance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mode available for training — no production data affected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377440" cy="822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108960"/>
            <a:ext cx="54864" cy="8229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Owner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Superintendent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108960"/>
            <a:ext cx="2377440" cy="822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3108960"/>
            <a:ext cx="54864" cy="8229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456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Administrator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2377440" cy="8229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108960"/>
            <a:ext cx="54864" cy="82296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Lead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456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Rev A  |  Tennant Creek Mine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E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TCMG-STD-RACI-001  |  Tennant Creek Mine  |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TCMG CMMS Roles, Responsibilities &amp; Workflows</dc:title>
  <dc:subject>PptxGenJS Presentation</dc:subject>
  <dc:creator>TCMG Maintenance</dc:creator>
  <cp:lastModifiedBy>TCMG Maintenance</cp:lastModifiedBy>
  <cp:revision>1</cp:revision>
  <dcterms:created xsi:type="dcterms:W3CDTF">2026-04-02T22:05:21Z</dcterms:created>
  <dcterms:modified xsi:type="dcterms:W3CDTF">2026-04-02T22:05:21Z</dcterms:modified>
</cp:coreProperties>
</file>